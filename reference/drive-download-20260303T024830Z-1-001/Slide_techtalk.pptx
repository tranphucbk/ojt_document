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nstrument Sans SemiBold"/>
      <p:regular r:id="rId14"/>
      <p:bold r:id="rId15"/>
      <p:italic r:id="rId16"/>
      <p:boldItalic r:id="rId17"/>
    </p:embeddedFont>
    <p:embeddedFont>
      <p:font typeface="Instrument Sans Medium"/>
      <p:regular r:id="rId18"/>
      <p:bold r:id="rId19"/>
      <p:italic r:id="rId20"/>
      <p:boldItalic r:id="rId21"/>
    </p:embeddedFont>
    <p:embeddedFont>
      <p:font typeface="Instrument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InstrumentSansMedium-italic.fntdata"/><Relationship Id="rId22" Type="http://schemas.openxmlformats.org/officeDocument/2006/relationships/font" Target="fonts/InstrumentSans-regular.fntdata"/><Relationship Id="rId21" Type="http://schemas.openxmlformats.org/officeDocument/2006/relationships/font" Target="fonts/InstrumentSansMedium-boldItalic.fntdata"/><Relationship Id="rId24" Type="http://schemas.openxmlformats.org/officeDocument/2006/relationships/font" Target="fonts/InstrumentSans-italic.fntdata"/><Relationship Id="rId23" Type="http://schemas.openxmlformats.org/officeDocument/2006/relationships/font" Target="fonts/InstrumentSans-bold.fntdata"/><Relationship Id="rId25" Type="http://schemas.openxmlformats.org/officeDocument/2006/relationships/font" Target="fonts/Instrument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nstrumentSansSemiBold-bold.fntdata"/><Relationship Id="rId14" Type="http://schemas.openxmlformats.org/officeDocument/2006/relationships/font" Target="fonts/InstrumentSansSemiBold-regular.fntdata"/><Relationship Id="rId17" Type="http://schemas.openxmlformats.org/officeDocument/2006/relationships/font" Target="fonts/InstrumentSansSemiBold-boldItalic.fntdata"/><Relationship Id="rId16" Type="http://schemas.openxmlformats.org/officeDocument/2006/relationships/font" Target="fonts/InstrumentSansSemiBold-italic.fntdata"/><Relationship Id="rId19" Type="http://schemas.openxmlformats.org/officeDocument/2006/relationships/font" Target="fonts/InstrumentSansMedium-bold.fntdata"/><Relationship Id="rId18" Type="http://schemas.openxmlformats.org/officeDocument/2006/relationships/font" Target="fonts/Instrument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cc7e41b24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cc7e41b24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c4bc60f631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c4bc60f631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4bc60f631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c4bc60f631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c4bc60f63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c4bc60f63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c4bc60f631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c4bc60f631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4bc60f631_0_1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c4bc60f631_0_1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motions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pic>
        <p:nvPicPr>
          <p:cNvPr descr="A portrait of a smiling woman in casual attire. " id="57" name="Google Shape;57;p14"/>
          <p:cNvPicPr preferRelativeResize="0"/>
          <p:nvPr/>
        </p:nvPicPr>
        <p:blipFill rotWithShape="1">
          <a:blip r:embed="rId2">
            <a:alphaModFix/>
          </a:blip>
          <a:srcRect b="23378" l="26958" r="35833" t="0"/>
          <a:stretch/>
        </p:blipFill>
        <p:spPr>
          <a:xfrm>
            <a:off x="284700" y="1847700"/>
            <a:ext cx="2055000" cy="2820900"/>
          </a:xfrm>
          <a:prstGeom prst="roundRect">
            <a:avLst>
              <a:gd fmla="val 15597" name="adj"/>
            </a:avLst>
          </a:prstGeom>
          <a:noFill/>
          <a:ln>
            <a:noFill/>
          </a:ln>
        </p:spPr>
      </p:pic>
      <p:pic>
        <p:nvPicPr>
          <p:cNvPr descr="A confident man stands with his arms crossed in front of a white background. " id="58" name="Google Shape;58;p14"/>
          <p:cNvPicPr preferRelativeResize="0"/>
          <p:nvPr/>
        </p:nvPicPr>
        <p:blipFill rotWithShape="1">
          <a:blip r:embed="rId3">
            <a:alphaModFix/>
          </a:blip>
          <a:srcRect b="1225" l="28621" r="23422" t="0"/>
          <a:stretch/>
        </p:blipFill>
        <p:spPr>
          <a:xfrm>
            <a:off x="4629476" y="1847700"/>
            <a:ext cx="2055000" cy="2820900"/>
          </a:xfrm>
          <a:prstGeom prst="roundRect">
            <a:avLst>
              <a:gd fmla="val 15616" name="adj"/>
            </a:avLst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type="title"/>
          </p:nvPr>
        </p:nvSpPr>
        <p:spPr>
          <a:xfrm>
            <a:off x="284700" y="598950"/>
            <a:ext cx="6615900" cy="4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strument Sans"/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3" type="subTitle"/>
          </p:nvPr>
        </p:nvSpPr>
        <p:spPr>
          <a:xfrm>
            <a:off x="2541625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4" type="subTitle"/>
          </p:nvPr>
        </p:nvSpPr>
        <p:spPr>
          <a:xfrm>
            <a:off x="2640775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5" type="subTitle"/>
          </p:nvPr>
        </p:nvSpPr>
        <p:spPr>
          <a:xfrm>
            <a:off x="6895261" y="2578075"/>
            <a:ext cx="1796700" cy="3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6" type="subTitle"/>
          </p:nvPr>
        </p:nvSpPr>
        <p:spPr>
          <a:xfrm>
            <a:off x="6895261" y="2819575"/>
            <a:ext cx="1485600" cy="45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7" type="subTitle"/>
          </p:nvPr>
        </p:nvSpPr>
        <p:spPr>
          <a:xfrm>
            <a:off x="2541000" y="3617250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8" type="subTitle"/>
          </p:nvPr>
        </p:nvSpPr>
        <p:spPr>
          <a:xfrm>
            <a:off x="6886656" y="3627975"/>
            <a:ext cx="18999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strument Sans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strument Sans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grpSp>
        <p:nvGrpSpPr>
          <p:cNvPr id="69" name="Google Shape;69;p15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70" name="Google Shape;70;p15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5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2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608106" y="3907013"/>
            <a:ext cx="571200" cy="571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75" name="Google Shape;75;p16"/>
          <p:cNvSpPr/>
          <p:nvPr>
            <p:ph idx="2" type="pic"/>
          </p:nvPr>
        </p:nvSpPr>
        <p:spPr>
          <a:xfrm>
            <a:off x="598225" y="3900375"/>
            <a:ext cx="571200" cy="571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291800" y="465200"/>
            <a:ext cx="5666400" cy="20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strument Sans SemiBold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1416800" y="3864575"/>
            <a:ext cx="2908800" cy="308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3" type="subTitle"/>
          </p:nvPr>
        </p:nvSpPr>
        <p:spPr>
          <a:xfrm>
            <a:off x="1416800" y="4185969"/>
            <a:ext cx="2908800" cy="30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i="1" sz="12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Instrument Sans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79" name="Google Shape;79;p16"/>
          <p:cNvGrpSpPr/>
          <p:nvPr/>
        </p:nvGrpSpPr>
        <p:grpSpPr>
          <a:xfrm>
            <a:off x="5689900" y="0"/>
            <a:ext cx="2908801" cy="5143500"/>
            <a:chOff x="5689900" y="0"/>
            <a:chExt cx="2908801" cy="5143500"/>
          </a:xfrm>
        </p:grpSpPr>
        <p:pic>
          <p:nvPicPr>
            <p:cNvPr id="80" name="Google Shape;80;p16"/>
            <p:cNvPicPr preferRelativeResize="0"/>
            <p:nvPr/>
          </p:nvPicPr>
          <p:blipFill rotWithShape="1">
            <a:blip r:embed="rId2">
              <a:alphaModFix/>
            </a:blip>
            <a:srcRect b="18778" l="0" r="0" t="0"/>
            <a:stretch/>
          </p:blipFill>
          <p:spPr>
            <a:xfrm>
              <a:off x="5689900" y="2780975"/>
              <a:ext cx="2908800" cy="2362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6"/>
            <p:cNvPicPr preferRelativeResize="0"/>
            <p:nvPr/>
          </p:nvPicPr>
          <p:blipFill rotWithShape="1">
            <a:blip r:embed="rId3">
              <a:alphaModFix/>
            </a:blip>
            <a:srcRect b="0" l="0" r="0" t="25728"/>
            <a:stretch/>
          </p:blipFill>
          <p:spPr>
            <a:xfrm>
              <a:off x="5689900" y="0"/>
              <a:ext cx="2908800" cy="2160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89900" y="960725"/>
              <a:ext cx="2908800" cy="29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4 elements">
  <p:cSld name="BLANK_1_1_1_1_1_1_1_1_1_1_1_2">
    <p:bg>
      <p:bgPr>
        <a:solidFill>
          <a:schemeClr val="dk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6281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6801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7" name="Google Shape;87;p17"/>
          <p:cNvSpPr txBox="1"/>
          <p:nvPr>
            <p:ph idx="3" type="body"/>
          </p:nvPr>
        </p:nvSpPr>
        <p:spPr>
          <a:xfrm>
            <a:off x="28087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4" type="body"/>
          </p:nvPr>
        </p:nvSpPr>
        <p:spPr>
          <a:xfrm>
            <a:off x="2454525" y="2623228"/>
            <a:ext cx="2055000" cy="1281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●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○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strument Sans Medium"/>
              <a:buChar char="■"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5" type="subTitle"/>
          </p:nvPr>
        </p:nvSpPr>
        <p:spPr>
          <a:xfrm>
            <a:off x="28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6" type="subTitle"/>
          </p:nvPr>
        </p:nvSpPr>
        <p:spPr>
          <a:xfrm>
            <a:off x="2459475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7" type="subTitle"/>
          </p:nvPr>
        </p:nvSpPr>
        <p:spPr>
          <a:xfrm>
            <a:off x="4629100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8" type="subTitle"/>
          </p:nvPr>
        </p:nvSpPr>
        <p:spPr>
          <a:xfrm>
            <a:off x="6807639" y="4018750"/>
            <a:ext cx="20550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7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6" name="Google Shape;96;p17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idx="14" type="subTitle"/>
          </p:nvPr>
        </p:nvSpPr>
        <p:spPr>
          <a:xfrm>
            <a:off x="282950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8" name="Google Shape;98;p17"/>
          <p:cNvSpPr txBox="1"/>
          <p:nvPr>
            <p:ph idx="15" type="subTitle"/>
          </p:nvPr>
        </p:nvSpPr>
        <p:spPr>
          <a:xfrm>
            <a:off x="2456213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16" type="subTitle"/>
          </p:nvPr>
        </p:nvSpPr>
        <p:spPr>
          <a:xfrm>
            <a:off x="462902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17" type="subTitle"/>
          </p:nvPr>
        </p:nvSpPr>
        <p:spPr>
          <a:xfrm>
            <a:off x="6801875" y="2144530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6 elements">
  <p:cSld name="BLANK_1_1_1_1_1_1_1_1_1_1_1_2_1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81050" y="2623225"/>
            <a:ext cx="1363500" cy="1323600"/>
          </a:xfrm>
          <a:prstGeom prst="rect">
            <a:avLst/>
          </a:prstGeom>
        </p:spPr>
        <p:txBody>
          <a:bodyPr anchorCtr="0" anchor="t" bIns="91425" lIns="137150" spcFirstLastPara="1" rIns="90250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2" type="body"/>
          </p:nvPr>
        </p:nvSpPr>
        <p:spPr>
          <a:xfrm>
            <a:off x="1721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5" name="Google Shape;105;p18"/>
          <p:cNvSpPr txBox="1"/>
          <p:nvPr>
            <p:ph idx="3" type="body"/>
          </p:nvPr>
        </p:nvSpPr>
        <p:spPr>
          <a:xfrm>
            <a:off x="3166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4" type="body"/>
          </p:nvPr>
        </p:nvSpPr>
        <p:spPr>
          <a:xfrm>
            <a:off x="4608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5" type="body"/>
          </p:nvPr>
        </p:nvSpPr>
        <p:spPr>
          <a:xfrm>
            <a:off x="6053974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6" type="body"/>
          </p:nvPr>
        </p:nvSpPr>
        <p:spPr>
          <a:xfrm>
            <a:off x="7495100" y="2623225"/>
            <a:ext cx="1372500" cy="1323600"/>
          </a:xfrm>
          <a:prstGeom prst="rect">
            <a:avLst/>
          </a:prstGeom>
        </p:spPr>
        <p:txBody>
          <a:bodyPr anchorCtr="0" anchor="t" bIns="91425" lIns="13715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●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○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Medium"/>
              <a:buChar char="■"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5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18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9" type="subTitle"/>
          </p:nvPr>
        </p:nvSpPr>
        <p:spPr>
          <a:xfrm>
            <a:off x="282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13" type="subTitle"/>
          </p:nvPr>
        </p:nvSpPr>
        <p:spPr>
          <a:xfrm>
            <a:off x="1724950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14" type="subTitle"/>
          </p:nvPr>
        </p:nvSpPr>
        <p:spPr>
          <a:xfrm>
            <a:off x="31665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5" type="subTitle"/>
          </p:nvPr>
        </p:nvSpPr>
        <p:spPr>
          <a:xfrm>
            <a:off x="46078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16" type="subTitle"/>
          </p:nvPr>
        </p:nvSpPr>
        <p:spPr>
          <a:xfrm>
            <a:off x="604922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17" type="subTitle"/>
          </p:nvPr>
        </p:nvSpPr>
        <p:spPr>
          <a:xfrm>
            <a:off x="7490575" y="2148761"/>
            <a:ext cx="900900" cy="312600"/>
          </a:xfrm>
          <a:prstGeom prst="rect">
            <a:avLst/>
          </a:prstGeom>
          <a:noFill/>
        </p:spPr>
        <p:txBody>
          <a:bodyPr anchorCtr="0" anchor="t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 Medium"/>
              <a:buNone/>
              <a:defRPr>
                <a:solidFill>
                  <a:schemeClr val="lt1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8" type="subTitle"/>
          </p:nvPr>
        </p:nvSpPr>
        <p:spPr>
          <a:xfrm>
            <a:off x="28910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8"/>
          <p:cNvSpPr txBox="1"/>
          <p:nvPr>
            <p:ph idx="19" type="subTitle"/>
          </p:nvPr>
        </p:nvSpPr>
        <p:spPr>
          <a:xfrm>
            <a:off x="17280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20" type="subTitle"/>
          </p:nvPr>
        </p:nvSpPr>
        <p:spPr>
          <a:xfrm>
            <a:off x="3168063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21" type="subTitle"/>
          </p:nvPr>
        </p:nvSpPr>
        <p:spPr>
          <a:xfrm>
            <a:off x="4608638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22" type="subTitle"/>
          </p:nvPr>
        </p:nvSpPr>
        <p:spPr>
          <a:xfrm>
            <a:off x="6051325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8"/>
          <p:cNvSpPr txBox="1"/>
          <p:nvPr>
            <p:ph idx="23" type="subTitle"/>
          </p:nvPr>
        </p:nvSpPr>
        <p:spPr>
          <a:xfrm>
            <a:off x="7490350" y="4018750"/>
            <a:ext cx="1363500" cy="498600"/>
          </a:xfrm>
          <a:prstGeom prst="rect">
            <a:avLst/>
          </a:prstGeom>
        </p:spPr>
        <p:txBody>
          <a:bodyPr anchorCtr="0" anchor="b" bIns="0" lIns="137150" spcFirstLastPara="1" rIns="13715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1_1_1_1_1_1_1_2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19"/>
          <p:cNvSpPr/>
          <p:nvPr>
            <p:ph idx="2" type="pic"/>
          </p:nvPr>
        </p:nvSpPr>
        <p:spPr>
          <a:xfrm>
            <a:off x="47723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9" name="Google Shape;129;p19"/>
          <p:cNvSpPr/>
          <p:nvPr>
            <p:ph idx="3" type="pic"/>
          </p:nvPr>
        </p:nvSpPr>
        <p:spPr>
          <a:xfrm>
            <a:off x="186735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0" name="Google Shape;130;p19"/>
          <p:cNvSpPr/>
          <p:nvPr>
            <p:ph idx="4" type="pic"/>
          </p:nvPr>
        </p:nvSpPr>
        <p:spPr>
          <a:xfrm>
            <a:off x="3257481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1" name="Google Shape;131;p19"/>
          <p:cNvSpPr/>
          <p:nvPr>
            <p:ph idx="5" type="pic"/>
          </p:nvPr>
        </p:nvSpPr>
        <p:spPr>
          <a:xfrm>
            <a:off x="4647606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2" name="Google Shape;132;p19"/>
          <p:cNvSpPr/>
          <p:nvPr>
            <p:ph idx="6" type="pic"/>
          </p:nvPr>
        </p:nvSpPr>
        <p:spPr>
          <a:xfrm>
            <a:off x="6037732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9"/>
          <p:cNvSpPr/>
          <p:nvPr>
            <p:ph idx="7" type="pic"/>
          </p:nvPr>
        </p:nvSpPr>
        <p:spPr>
          <a:xfrm>
            <a:off x="7427857" y="2396357"/>
            <a:ext cx="1243500" cy="1243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47520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8" type="body"/>
          </p:nvPr>
        </p:nvSpPr>
        <p:spPr>
          <a:xfrm>
            <a:off x="186573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9" type="body"/>
          </p:nvPr>
        </p:nvSpPr>
        <p:spPr>
          <a:xfrm>
            <a:off x="325626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3" type="body"/>
          </p:nvPr>
        </p:nvSpPr>
        <p:spPr>
          <a:xfrm>
            <a:off x="464679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4" type="body"/>
          </p:nvPr>
        </p:nvSpPr>
        <p:spPr>
          <a:xfrm>
            <a:off x="603732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15" type="body"/>
          </p:nvPr>
        </p:nvSpPr>
        <p:spPr>
          <a:xfrm>
            <a:off x="7427850" y="3765475"/>
            <a:ext cx="1243500" cy="5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1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1" name="Google Shape;141;p19"/>
          <p:cNvSpPr txBox="1"/>
          <p:nvPr>
            <p:ph idx="1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 2">
  <p:cSld name="BLANK_1_1_1_1_1_1_1_1_1_1_1_2_1_1_1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292597" y="474750"/>
            <a:ext cx="63903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28201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2" type="body"/>
          </p:nvPr>
        </p:nvSpPr>
        <p:spPr>
          <a:xfrm>
            <a:off x="173544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idx="3" type="body"/>
          </p:nvPr>
        </p:nvSpPr>
        <p:spPr>
          <a:xfrm>
            <a:off x="318887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4" type="body"/>
          </p:nvPr>
        </p:nvSpPr>
        <p:spPr>
          <a:xfrm>
            <a:off x="4642297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49" name="Google Shape;149;p20"/>
          <p:cNvSpPr txBox="1"/>
          <p:nvPr>
            <p:ph idx="5" type="body"/>
          </p:nvPr>
        </p:nvSpPr>
        <p:spPr>
          <a:xfrm>
            <a:off x="6095723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0" name="Google Shape;150;p20"/>
          <p:cNvSpPr txBox="1"/>
          <p:nvPr>
            <p:ph idx="6" type="body"/>
          </p:nvPr>
        </p:nvSpPr>
        <p:spPr>
          <a:xfrm>
            <a:off x="7549150" y="2832891"/>
            <a:ext cx="1307700" cy="54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●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○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 Medium"/>
              <a:buChar char="■"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7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2" name="Google Shape;152;p20"/>
          <p:cNvSpPr txBox="1"/>
          <p:nvPr>
            <p:ph idx="8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53" name="Google Shape;153;p20"/>
          <p:cNvSpPr/>
          <p:nvPr>
            <p:ph idx="9" type="pic"/>
          </p:nvPr>
        </p:nvSpPr>
        <p:spPr>
          <a:xfrm>
            <a:off x="28201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20"/>
          <p:cNvSpPr/>
          <p:nvPr>
            <p:ph idx="13" type="pic"/>
          </p:nvPr>
        </p:nvSpPr>
        <p:spPr>
          <a:xfrm>
            <a:off x="173544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0"/>
          <p:cNvSpPr/>
          <p:nvPr>
            <p:ph idx="14" type="pic"/>
          </p:nvPr>
        </p:nvSpPr>
        <p:spPr>
          <a:xfrm>
            <a:off x="318887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/>
          <p:nvPr>
            <p:ph idx="15" type="pic"/>
          </p:nvPr>
        </p:nvSpPr>
        <p:spPr>
          <a:xfrm>
            <a:off x="4642297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7" name="Google Shape;157;p20"/>
          <p:cNvSpPr/>
          <p:nvPr>
            <p:ph idx="16" type="pic"/>
          </p:nvPr>
        </p:nvSpPr>
        <p:spPr>
          <a:xfrm>
            <a:off x="6095723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8" name="Google Shape;158;p20"/>
          <p:cNvSpPr/>
          <p:nvPr>
            <p:ph idx="17" type="pic"/>
          </p:nvPr>
        </p:nvSpPr>
        <p:spPr>
          <a:xfrm>
            <a:off x="7549150" y="1446074"/>
            <a:ext cx="1307700" cy="130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18" type="body"/>
          </p:nvPr>
        </p:nvSpPr>
        <p:spPr>
          <a:xfrm>
            <a:off x="27929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0" name="Google Shape;160;p20"/>
          <p:cNvSpPr txBox="1"/>
          <p:nvPr>
            <p:ph idx="19" type="body"/>
          </p:nvPr>
        </p:nvSpPr>
        <p:spPr>
          <a:xfrm>
            <a:off x="173271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20" type="body"/>
          </p:nvPr>
        </p:nvSpPr>
        <p:spPr>
          <a:xfrm>
            <a:off x="318614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2" name="Google Shape;162;p20"/>
          <p:cNvSpPr txBox="1"/>
          <p:nvPr>
            <p:ph idx="21" type="body"/>
          </p:nvPr>
        </p:nvSpPr>
        <p:spPr>
          <a:xfrm>
            <a:off x="4639572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3" name="Google Shape;163;p20"/>
          <p:cNvSpPr txBox="1"/>
          <p:nvPr>
            <p:ph idx="22" type="body"/>
          </p:nvPr>
        </p:nvSpPr>
        <p:spPr>
          <a:xfrm>
            <a:off x="6092998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23" type="body"/>
          </p:nvPr>
        </p:nvSpPr>
        <p:spPr>
          <a:xfrm>
            <a:off x="7546425" y="3564958"/>
            <a:ext cx="13077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1">
  <p:cSld name="CUSTOM_4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7" name="Google Shape;167;p2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68" name="Google Shape;168;p21"/>
          <p:cNvSpPr txBox="1"/>
          <p:nvPr>
            <p:ph idx="3" type="body"/>
          </p:nvPr>
        </p:nvSpPr>
        <p:spPr>
          <a:xfrm>
            <a:off x="360300" y="2181900"/>
            <a:ext cx="8496600" cy="2486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indent="-228600" lvl="1" marL="914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indent="-228600" lvl="2" marL="1371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indent="-228600" lvl="3" marL="1828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indent="-228600" lvl="4" marL="22860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indent="-228600" lvl="5" marL="27432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indent="-228600" lvl="6" marL="32004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indent="-228600" lvl="7" marL="36576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indent="-228600" lvl="8" marL="411480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9" name="Google Shape;169;p2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2" name="Google Shape;172;p22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5294" name="adj"/>
            </a:avLst>
          </a:prstGeom>
          <a:noFill/>
          <a:ln>
            <a:noFill/>
          </a:ln>
        </p:spPr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284700" y="3065325"/>
            <a:ext cx="2772600" cy="160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22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5" name="Google Shape;175;p22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2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510" name="adj"/>
            </a:avLst>
          </a:prstGeom>
          <a:noFill/>
          <a:ln>
            <a:noFill/>
          </a:ln>
        </p:spPr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0" name="Google Shape;180;p23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3" name="Google Shape;183;p2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3">
  <p:cSld name="BLANK_1_1_1_2_3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>
            <p:ph idx="2" type="pic"/>
          </p:nvPr>
        </p:nvSpPr>
        <p:spPr>
          <a:xfrm>
            <a:off x="4629600" y="474750"/>
            <a:ext cx="4227300" cy="4194000"/>
          </a:xfrm>
          <a:prstGeom prst="roundRect">
            <a:avLst>
              <a:gd fmla="val 10640" name="adj"/>
            </a:avLst>
          </a:prstGeom>
          <a:noFill/>
          <a:ln>
            <a:noFill/>
          </a:ln>
        </p:spPr>
      </p:sp>
      <p:sp>
        <p:nvSpPr>
          <p:cNvPr id="186" name="Google Shape;186;p2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7" name="Google Shape;187;p24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88" name="Google Shape;188;p24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2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190" name="Google Shape;190;p24"/>
          <p:cNvSpPr txBox="1"/>
          <p:nvPr>
            <p:ph idx="4" type="body"/>
          </p:nvPr>
        </p:nvSpPr>
        <p:spPr>
          <a:xfrm>
            <a:off x="284700" y="1440225"/>
            <a:ext cx="2772600" cy="16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4">
  <p:cSld name="BLANK_1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/>
          <p:nvPr/>
        </p:nvSpPr>
        <p:spPr>
          <a:xfrm>
            <a:off x="284700" y="2630400"/>
            <a:ext cx="8572200" cy="2038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463993" y="2779498"/>
            <a:ext cx="1783200" cy="1783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94" name="Google Shape;194;p25"/>
          <p:cNvSpPr/>
          <p:nvPr>
            <p:ph idx="2" type="pic"/>
          </p:nvPr>
        </p:nvSpPr>
        <p:spPr>
          <a:xfrm>
            <a:off x="446675" y="2758375"/>
            <a:ext cx="1783200" cy="1783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5" name="Google Shape;195;p2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6" name="Google Shape;196;p2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"/>
              <a:buNone/>
              <a:defRPr sz="1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7" name="Google Shape;197;p25"/>
          <p:cNvSpPr txBox="1"/>
          <p:nvPr>
            <p:ph type="title"/>
          </p:nvPr>
        </p:nvSpPr>
        <p:spPr>
          <a:xfrm>
            <a:off x="284700" y="474750"/>
            <a:ext cx="4227300" cy="49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98" name="Google Shape;198;p25"/>
          <p:cNvSpPr txBox="1"/>
          <p:nvPr>
            <p:ph idx="4" type="body"/>
          </p:nvPr>
        </p:nvSpPr>
        <p:spPr>
          <a:xfrm>
            <a:off x="284700" y="1208750"/>
            <a:ext cx="4227300" cy="9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0" name="Google Shape;200;p25"/>
          <p:cNvSpPr txBox="1"/>
          <p:nvPr>
            <p:ph idx="5" type="title"/>
          </p:nvPr>
        </p:nvSpPr>
        <p:spPr>
          <a:xfrm>
            <a:off x="2457150" y="3051277"/>
            <a:ext cx="4227300" cy="49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locks- two ideas">
  <p:cSld name="CUSTOM_5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3" name="Google Shape;203;p26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4" name="Google Shape;204;p2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elements">
  <p:cSld name="CUSTOM_6">
    <p:bg>
      <p:bgPr>
        <a:solidFill>
          <a:schemeClr val="dk2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284700" y="2630400"/>
            <a:ext cx="2055000" cy="203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27"/>
          <p:cNvSpPr/>
          <p:nvPr>
            <p:ph idx="2" type="pic"/>
          </p:nvPr>
        </p:nvSpPr>
        <p:spPr>
          <a:xfrm>
            <a:off x="4629600" y="2630549"/>
            <a:ext cx="4227300" cy="2038200"/>
          </a:xfrm>
          <a:prstGeom prst="roundRect">
            <a:avLst>
              <a:gd fmla="val 9982" name="adj"/>
            </a:avLst>
          </a:prstGeom>
          <a:noFill/>
          <a:ln>
            <a:noFill/>
          </a:ln>
        </p:spPr>
      </p:sp>
      <p:sp>
        <p:nvSpPr>
          <p:cNvPr id="208" name="Google Shape;208;p27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09" name="Google Shape;209;p27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0" name="Google Shape;210;p2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rious boxes">
  <p:cSld name="CUSTOM_6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>
            <p:ph idx="2" type="pic"/>
          </p:nvPr>
        </p:nvSpPr>
        <p:spPr>
          <a:xfrm>
            <a:off x="4630975" y="1365900"/>
            <a:ext cx="2055000" cy="3302700"/>
          </a:xfrm>
          <a:prstGeom prst="roundRect">
            <a:avLst>
              <a:gd fmla="val 11973" name="adj"/>
            </a:avLst>
          </a:prstGeom>
          <a:noFill/>
          <a:ln>
            <a:noFill/>
          </a:ln>
        </p:spPr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417625" y="2720125"/>
            <a:ext cx="3754500" cy="48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4" name="Google Shape;214;p28"/>
          <p:cNvSpPr txBox="1"/>
          <p:nvPr>
            <p:ph idx="3" type="body"/>
          </p:nvPr>
        </p:nvSpPr>
        <p:spPr>
          <a:xfrm>
            <a:off x="417625" y="3990775"/>
            <a:ext cx="1875600" cy="54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 i="1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 i="1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 i="1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 i="1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 i="1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 i="1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 i="1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 i="1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 i="1"/>
            </a:lvl9pPr>
          </a:lstStyle>
          <a:p/>
        </p:txBody>
      </p:sp>
      <p:sp>
        <p:nvSpPr>
          <p:cNvPr id="215" name="Google Shape;215;p28"/>
          <p:cNvSpPr txBox="1"/>
          <p:nvPr>
            <p:ph idx="4" type="body"/>
          </p:nvPr>
        </p:nvSpPr>
        <p:spPr>
          <a:xfrm>
            <a:off x="2457075" y="4311325"/>
            <a:ext cx="2053500" cy="354300"/>
          </a:xfrm>
          <a:prstGeom prst="rect">
            <a:avLst/>
          </a:prstGeom>
        </p:spPr>
        <p:txBody>
          <a:bodyPr anchorCtr="0" anchor="t" bIns="0" lIns="182875" spcFirstLastPara="1" rIns="0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6" name="Google Shape;216;p28"/>
          <p:cNvSpPr txBox="1"/>
          <p:nvPr>
            <p:ph idx="5" type="body"/>
          </p:nvPr>
        </p:nvSpPr>
        <p:spPr>
          <a:xfrm>
            <a:off x="6801300" y="2498700"/>
            <a:ext cx="2055000" cy="1204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7" name="Google Shape;217;p28"/>
          <p:cNvSpPr txBox="1"/>
          <p:nvPr>
            <p:ph type="title"/>
          </p:nvPr>
        </p:nvSpPr>
        <p:spPr>
          <a:xfrm>
            <a:off x="288350" y="1365975"/>
            <a:ext cx="4227300" cy="11565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6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7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8" type="subTitle"/>
          </p:nvPr>
        </p:nvSpPr>
        <p:spPr>
          <a:xfrm>
            <a:off x="2454063" y="3535641"/>
            <a:ext cx="2051400" cy="4227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Instrument Sans SemiBold"/>
              <a:buNone/>
              <a:defRPr sz="24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1" name="Google Shape;221;p28"/>
          <p:cNvSpPr txBox="1"/>
          <p:nvPr>
            <p:ph idx="9" type="subTitle"/>
          </p:nvPr>
        </p:nvSpPr>
        <p:spPr>
          <a:xfrm>
            <a:off x="6801300" y="1957926"/>
            <a:ext cx="2051400" cy="4527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222" name="Google Shape;222;p2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589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3">
  <p:cSld name="BLANK_1_1_1_1_1_1_1_1_1_1_1_1_1_1_3_1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>
            <p:ph idx="2" type="pic"/>
          </p:nvPr>
        </p:nvSpPr>
        <p:spPr>
          <a:xfrm>
            <a:off x="6802025" y="1372800"/>
            <a:ext cx="2058600" cy="3296700"/>
          </a:xfrm>
          <a:prstGeom prst="roundRect">
            <a:avLst>
              <a:gd fmla="val 11530" name="adj"/>
            </a:avLst>
          </a:prstGeom>
          <a:noFill/>
          <a:ln>
            <a:noFill/>
          </a:ln>
        </p:spPr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8" name="Google Shape;228;p29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4" type="body"/>
          </p:nvPr>
        </p:nvSpPr>
        <p:spPr>
          <a:xfrm>
            <a:off x="284700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0" name="Google Shape;230;p29"/>
          <p:cNvSpPr txBox="1"/>
          <p:nvPr>
            <p:ph idx="5" type="title"/>
          </p:nvPr>
        </p:nvSpPr>
        <p:spPr>
          <a:xfrm>
            <a:off x="284700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6" type="title"/>
          </p:nvPr>
        </p:nvSpPr>
        <p:spPr>
          <a:xfrm>
            <a:off x="284700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7" type="body"/>
          </p:nvPr>
        </p:nvSpPr>
        <p:spPr>
          <a:xfrm>
            <a:off x="2457088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3" name="Google Shape;233;p29"/>
          <p:cNvSpPr txBox="1"/>
          <p:nvPr>
            <p:ph idx="8" type="title"/>
          </p:nvPr>
        </p:nvSpPr>
        <p:spPr>
          <a:xfrm>
            <a:off x="2457088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4" name="Google Shape;234;p29"/>
          <p:cNvSpPr txBox="1"/>
          <p:nvPr>
            <p:ph idx="9" type="title"/>
          </p:nvPr>
        </p:nvSpPr>
        <p:spPr>
          <a:xfrm>
            <a:off x="2457088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5" name="Google Shape;235;p29"/>
          <p:cNvSpPr txBox="1"/>
          <p:nvPr>
            <p:ph idx="13" type="body"/>
          </p:nvPr>
        </p:nvSpPr>
        <p:spPr>
          <a:xfrm>
            <a:off x="4629475" y="2792774"/>
            <a:ext cx="2053500" cy="1569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236" name="Google Shape;236;p29"/>
          <p:cNvSpPr txBox="1"/>
          <p:nvPr>
            <p:ph idx="14" type="title"/>
          </p:nvPr>
        </p:nvSpPr>
        <p:spPr>
          <a:xfrm>
            <a:off x="4629475" y="2053175"/>
            <a:ext cx="2058600" cy="49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37" name="Google Shape;237;p29"/>
          <p:cNvSpPr txBox="1"/>
          <p:nvPr>
            <p:ph idx="15" type="title"/>
          </p:nvPr>
        </p:nvSpPr>
        <p:spPr>
          <a:xfrm>
            <a:off x="4629475" y="1557525"/>
            <a:ext cx="1068000" cy="440700"/>
          </a:xfrm>
          <a:prstGeom prst="rect">
            <a:avLst/>
          </a:prstGeom>
          <a:noFill/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1">
  <p:cSld name="BLANK_1_1_1_1_2_2_3">
    <p:bg>
      <p:bgPr>
        <a:solidFill>
          <a:schemeClr val="lt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0"/>
          <p:cNvSpPr txBox="1"/>
          <p:nvPr>
            <p:ph idx="3" type="subTitle"/>
          </p:nvPr>
        </p:nvSpPr>
        <p:spPr>
          <a:xfrm>
            <a:off x="38592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4" type="subTitle"/>
          </p:nvPr>
        </p:nvSpPr>
        <p:spPr>
          <a:xfrm>
            <a:off x="26502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5" type="subTitle"/>
          </p:nvPr>
        </p:nvSpPr>
        <p:spPr>
          <a:xfrm>
            <a:off x="4721750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6" type="subTitle"/>
          </p:nvPr>
        </p:nvSpPr>
        <p:spPr>
          <a:xfrm>
            <a:off x="6986075" y="1306050"/>
            <a:ext cx="16179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7" type="body"/>
          </p:nvPr>
        </p:nvSpPr>
        <p:spPr>
          <a:xfrm>
            <a:off x="284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/>
            </a:lvl9pPr>
          </a:lstStyle>
          <a:p/>
        </p:txBody>
      </p:sp>
      <p:sp>
        <p:nvSpPr>
          <p:cNvPr id="247" name="Google Shape;247;p30"/>
          <p:cNvSpPr txBox="1"/>
          <p:nvPr>
            <p:ph idx="8" type="subTitle"/>
          </p:nvPr>
        </p:nvSpPr>
        <p:spPr>
          <a:xfrm>
            <a:off x="284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9" type="subTitle"/>
          </p:nvPr>
        </p:nvSpPr>
        <p:spPr>
          <a:xfrm>
            <a:off x="284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13" type="body"/>
          </p:nvPr>
        </p:nvSpPr>
        <p:spPr>
          <a:xfrm>
            <a:off x="3185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0" name="Google Shape;250;p30"/>
          <p:cNvSpPr txBox="1"/>
          <p:nvPr>
            <p:ph idx="14" type="subTitle"/>
          </p:nvPr>
        </p:nvSpPr>
        <p:spPr>
          <a:xfrm>
            <a:off x="3185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5" type="subTitle"/>
          </p:nvPr>
        </p:nvSpPr>
        <p:spPr>
          <a:xfrm>
            <a:off x="3185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6" type="body"/>
          </p:nvPr>
        </p:nvSpPr>
        <p:spPr>
          <a:xfrm>
            <a:off x="6086700" y="41700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53" name="Google Shape;253;p30"/>
          <p:cNvSpPr txBox="1"/>
          <p:nvPr>
            <p:ph idx="17" type="subTitle"/>
          </p:nvPr>
        </p:nvSpPr>
        <p:spPr>
          <a:xfrm>
            <a:off x="6086700" y="36936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18" type="subTitle"/>
          </p:nvPr>
        </p:nvSpPr>
        <p:spPr>
          <a:xfrm>
            <a:off x="6086700" y="38803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2">
  <p:cSld name="BLANK_1_1_1_1_2_2_3_1">
    <p:bg>
      <p:bgPr>
        <a:solidFill>
          <a:schemeClr val="lt2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8" name="Google Shape;258;p3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59" name="Google Shape;259;p3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1"/>
          <p:cNvSpPr txBox="1"/>
          <p:nvPr>
            <p:ph idx="3" type="body"/>
          </p:nvPr>
        </p:nvSpPr>
        <p:spPr>
          <a:xfrm>
            <a:off x="284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1" name="Google Shape;261;p31"/>
          <p:cNvSpPr txBox="1"/>
          <p:nvPr>
            <p:ph idx="4" type="subTitle"/>
          </p:nvPr>
        </p:nvSpPr>
        <p:spPr>
          <a:xfrm>
            <a:off x="284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2" name="Google Shape;262;p31"/>
          <p:cNvSpPr txBox="1"/>
          <p:nvPr>
            <p:ph idx="5" type="subTitle"/>
          </p:nvPr>
        </p:nvSpPr>
        <p:spPr>
          <a:xfrm>
            <a:off x="284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6" type="body"/>
          </p:nvPr>
        </p:nvSpPr>
        <p:spPr>
          <a:xfrm>
            <a:off x="3185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4" name="Google Shape;264;p31"/>
          <p:cNvSpPr txBox="1"/>
          <p:nvPr>
            <p:ph idx="7" type="subTitle"/>
          </p:nvPr>
        </p:nvSpPr>
        <p:spPr>
          <a:xfrm>
            <a:off x="3185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8" type="subTitle"/>
          </p:nvPr>
        </p:nvSpPr>
        <p:spPr>
          <a:xfrm>
            <a:off x="3185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9" type="body"/>
          </p:nvPr>
        </p:nvSpPr>
        <p:spPr>
          <a:xfrm>
            <a:off x="6086700" y="3703925"/>
            <a:ext cx="2772600" cy="69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strument Sans"/>
              <a:buChar char="■"/>
              <a:defRPr sz="800"/>
            </a:lvl9pPr>
          </a:lstStyle>
          <a:p/>
        </p:txBody>
      </p:sp>
      <p:sp>
        <p:nvSpPr>
          <p:cNvPr id="267" name="Google Shape;267;p31"/>
          <p:cNvSpPr txBox="1"/>
          <p:nvPr>
            <p:ph idx="13" type="subTitle"/>
          </p:nvPr>
        </p:nvSpPr>
        <p:spPr>
          <a:xfrm>
            <a:off x="6086700" y="3227500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14" type="subTitle"/>
          </p:nvPr>
        </p:nvSpPr>
        <p:spPr>
          <a:xfrm>
            <a:off x="6086700" y="3414229"/>
            <a:ext cx="27726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i="1"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cxnSp>
        <p:nvCxnSpPr>
          <p:cNvPr id="269" name="Google Shape;269;p31"/>
          <p:cNvCxnSpPr/>
          <p:nvPr/>
        </p:nvCxnSpPr>
        <p:spPr>
          <a:xfrm>
            <a:off x="306250" y="2632300"/>
            <a:ext cx="8545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1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3">
  <p:cSld name="BLANK_1_1_1_1_2_2_3_1_1">
    <p:bg>
      <p:bgPr>
        <a:solidFill>
          <a:schemeClr val="lt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3" name="Google Shape;273;p32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4" name="Google Shape;274;p32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32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276" name="Google Shape;276;p32"/>
          <p:cNvSpPr txBox="1"/>
          <p:nvPr>
            <p:ph idx="3" type="subTitle"/>
          </p:nvPr>
        </p:nvSpPr>
        <p:spPr>
          <a:xfrm>
            <a:off x="2623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7" name="Google Shape;277;p32"/>
          <p:cNvSpPr txBox="1"/>
          <p:nvPr>
            <p:ph idx="4" type="subTitle"/>
          </p:nvPr>
        </p:nvSpPr>
        <p:spPr>
          <a:xfrm>
            <a:off x="3519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8" name="Google Shape;278;p32"/>
          <p:cNvSpPr txBox="1"/>
          <p:nvPr>
            <p:ph idx="5" type="subTitle"/>
          </p:nvPr>
        </p:nvSpPr>
        <p:spPr>
          <a:xfrm>
            <a:off x="44147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6" type="subTitle"/>
          </p:nvPr>
        </p:nvSpPr>
        <p:spPr>
          <a:xfrm>
            <a:off x="53103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7" type="subTitle"/>
          </p:nvPr>
        </p:nvSpPr>
        <p:spPr>
          <a:xfrm>
            <a:off x="62059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8" type="subTitle"/>
          </p:nvPr>
        </p:nvSpPr>
        <p:spPr>
          <a:xfrm>
            <a:off x="71015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9" type="subTitle"/>
          </p:nvPr>
        </p:nvSpPr>
        <p:spPr>
          <a:xfrm>
            <a:off x="7997125" y="1305637"/>
            <a:ext cx="826500" cy="12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00"/>
              <a:buFont typeface="Instrument Sans SemiBold"/>
              <a:buNone/>
              <a:defRPr sz="1200">
                <a:solidFill>
                  <a:schemeClr val="accent5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idx="13" type="subTitle"/>
          </p:nvPr>
        </p:nvSpPr>
        <p:spPr>
          <a:xfrm>
            <a:off x="430525" y="155132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14" type="subTitle"/>
          </p:nvPr>
        </p:nvSpPr>
        <p:spPr>
          <a:xfrm>
            <a:off x="430525" y="1817255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15" type="subTitle"/>
          </p:nvPr>
        </p:nvSpPr>
        <p:spPr>
          <a:xfrm>
            <a:off x="430525" y="208318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16" type="subTitle"/>
          </p:nvPr>
        </p:nvSpPr>
        <p:spPr>
          <a:xfrm>
            <a:off x="430525" y="2349114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17" type="subTitle"/>
          </p:nvPr>
        </p:nvSpPr>
        <p:spPr>
          <a:xfrm>
            <a:off x="430525" y="261504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18" type="subTitle"/>
          </p:nvPr>
        </p:nvSpPr>
        <p:spPr>
          <a:xfrm>
            <a:off x="430525" y="2880973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19" type="subTitle"/>
          </p:nvPr>
        </p:nvSpPr>
        <p:spPr>
          <a:xfrm>
            <a:off x="430525" y="314690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0" name="Google Shape;290;p32"/>
          <p:cNvSpPr txBox="1"/>
          <p:nvPr>
            <p:ph idx="20" type="subTitle"/>
          </p:nvPr>
        </p:nvSpPr>
        <p:spPr>
          <a:xfrm>
            <a:off x="430525" y="3412832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1" name="Google Shape;291;p32"/>
          <p:cNvSpPr txBox="1"/>
          <p:nvPr>
            <p:ph idx="21" type="subTitle"/>
          </p:nvPr>
        </p:nvSpPr>
        <p:spPr>
          <a:xfrm>
            <a:off x="430525" y="367876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2" name="Google Shape;292;p32"/>
          <p:cNvSpPr txBox="1"/>
          <p:nvPr>
            <p:ph idx="22" type="subTitle"/>
          </p:nvPr>
        </p:nvSpPr>
        <p:spPr>
          <a:xfrm>
            <a:off x="430525" y="3944691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3" name="Google Shape;293;p32"/>
          <p:cNvSpPr txBox="1"/>
          <p:nvPr>
            <p:ph idx="23" type="subTitle"/>
          </p:nvPr>
        </p:nvSpPr>
        <p:spPr>
          <a:xfrm>
            <a:off x="430525" y="421062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294" name="Google Shape;294;p32"/>
          <p:cNvSpPr txBox="1"/>
          <p:nvPr>
            <p:ph idx="24" type="subTitle"/>
          </p:nvPr>
        </p:nvSpPr>
        <p:spPr>
          <a:xfrm>
            <a:off x="430525" y="4476550"/>
            <a:ext cx="2126400" cy="19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1">
  <p:cSld name="BLANK_1_1_1_1_2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/>
          <p:nvPr>
            <p:ph idx="2" type="pic"/>
          </p:nvPr>
        </p:nvSpPr>
        <p:spPr>
          <a:xfrm>
            <a:off x="284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7" name="Google Shape;297;p33"/>
          <p:cNvSpPr/>
          <p:nvPr>
            <p:ph idx="3" type="pic"/>
          </p:nvPr>
        </p:nvSpPr>
        <p:spPr>
          <a:xfrm>
            <a:off x="1002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298" name="Google Shape;298;p33"/>
          <p:cNvSpPr/>
          <p:nvPr>
            <p:ph idx="4" type="pic"/>
          </p:nvPr>
        </p:nvSpPr>
        <p:spPr>
          <a:xfrm>
            <a:off x="3185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299" name="Google Shape;299;p33"/>
          <p:cNvSpPr/>
          <p:nvPr>
            <p:ph idx="5" type="pic"/>
          </p:nvPr>
        </p:nvSpPr>
        <p:spPr>
          <a:xfrm>
            <a:off x="3903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0" name="Google Shape;300;p33"/>
          <p:cNvSpPr/>
          <p:nvPr>
            <p:ph idx="6" type="pic"/>
          </p:nvPr>
        </p:nvSpPr>
        <p:spPr>
          <a:xfrm>
            <a:off x="6086700" y="1440150"/>
            <a:ext cx="605100" cy="14139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01" name="Google Shape;301;p33"/>
          <p:cNvSpPr/>
          <p:nvPr>
            <p:ph idx="7" type="pic"/>
          </p:nvPr>
        </p:nvSpPr>
        <p:spPr>
          <a:xfrm>
            <a:off x="6804300" y="1440150"/>
            <a:ext cx="2055000" cy="1413900"/>
          </a:xfrm>
          <a:prstGeom prst="roundRect">
            <a:avLst>
              <a:gd fmla="val 16960" name="adj"/>
            </a:avLst>
          </a:prstGeom>
          <a:noFill/>
          <a:ln>
            <a:noFill/>
          </a:ln>
        </p:spPr>
      </p:sp>
      <p:sp>
        <p:nvSpPr>
          <p:cNvPr id="302" name="Google Shape;302;p33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3" name="Google Shape;303;p33"/>
          <p:cNvSpPr txBox="1"/>
          <p:nvPr>
            <p:ph idx="1" type="body"/>
          </p:nvPr>
        </p:nvSpPr>
        <p:spPr>
          <a:xfrm>
            <a:off x="284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4" name="Google Shape;304;p33"/>
          <p:cNvSpPr txBox="1"/>
          <p:nvPr>
            <p:ph idx="8" type="subTitle"/>
          </p:nvPr>
        </p:nvSpPr>
        <p:spPr>
          <a:xfrm>
            <a:off x="284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05" name="Google Shape;305;p33"/>
          <p:cNvSpPr txBox="1"/>
          <p:nvPr>
            <p:ph idx="9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6" name="Google Shape;306;p33"/>
          <p:cNvSpPr txBox="1"/>
          <p:nvPr>
            <p:ph idx="1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07" name="Google Shape;307;p33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33"/>
          <p:cNvSpPr txBox="1"/>
          <p:nvPr>
            <p:ph idx="14" type="body"/>
          </p:nvPr>
        </p:nvSpPr>
        <p:spPr>
          <a:xfrm>
            <a:off x="3185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09" name="Google Shape;309;p33"/>
          <p:cNvSpPr txBox="1"/>
          <p:nvPr>
            <p:ph idx="15" type="subTitle"/>
          </p:nvPr>
        </p:nvSpPr>
        <p:spPr>
          <a:xfrm>
            <a:off x="3185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310" name="Google Shape;310;p33"/>
          <p:cNvSpPr txBox="1"/>
          <p:nvPr>
            <p:ph idx="16" type="body"/>
          </p:nvPr>
        </p:nvSpPr>
        <p:spPr>
          <a:xfrm>
            <a:off x="6086700" y="3817800"/>
            <a:ext cx="2772600" cy="104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1" name="Google Shape;311;p33"/>
          <p:cNvSpPr txBox="1"/>
          <p:nvPr>
            <p:ph idx="17" type="subTitle"/>
          </p:nvPr>
        </p:nvSpPr>
        <p:spPr>
          <a:xfrm>
            <a:off x="6086700" y="3421198"/>
            <a:ext cx="2772600" cy="19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text and images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4"/>
          <p:cNvSpPr/>
          <p:nvPr>
            <p:ph idx="2" type="pic"/>
          </p:nvPr>
        </p:nvSpPr>
        <p:spPr>
          <a:xfrm>
            <a:off x="2847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4" name="Google Shape;314;p34"/>
          <p:cNvSpPr/>
          <p:nvPr>
            <p:ph idx="3" type="pic"/>
          </p:nvPr>
        </p:nvSpPr>
        <p:spPr>
          <a:xfrm>
            <a:off x="3185800" y="2901150"/>
            <a:ext cx="2772600" cy="1770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5" name="Google Shape;315;p34"/>
          <p:cNvSpPr/>
          <p:nvPr>
            <p:ph idx="4" type="pic"/>
          </p:nvPr>
        </p:nvSpPr>
        <p:spPr>
          <a:xfrm>
            <a:off x="3185800" y="1440150"/>
            <a:ext cx="2772600" cy="1347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6" name="Google Shape;316;p34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7" name="Google Shape;317;p34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18" name="Google Shape;318;p34"/>
          <p:cNvSpPr txBox="1"/>
          <p:nvPr>
            <p:ph idx="6" type="body"/>
          </p:nvPr>
        </p:nvSpPr>
        <p:spPr>
          <a:xfrm>
            <a:off x="284700" y="1440225"/>
            <a:ext cx="2772600" cy="965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19" name="Google Shape;319;p34"/>
          <p:cNvSpPr txBox="1"/>
          <p:nvPr>
            <p:ph idx="7" type="body"/>
          </p:nvPr>
        </p:nvSpPr>
        <p:spPr>
          <a:xfrm>
            <a:off x="6086900" y="3095300"/>
            <a:ext cx="2772600" cy="6555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0" name="Google Shape;320;p34"/>
          <p:cNvSpPr txBox="1"/>
          <p:nvPr>
            <p:ph type="title"/>
          </p:nvPr>
        </p:nvSpPr>
        <p:spPr>
          <a:xfrm>
            <a:off x="284700" y="474750"/>
            <a:ext cx="5673600" cy="49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1" name="Google Shape;321;p34"/>
          <p:cNvSpPr txBox="1"/>
          <p:nvPr>
            <p:ph idx="8" type="subTitle"/>
          </p:nvPr>
        </p:nvSpPr>
        <p:spPr>
          <a:xfrm>
            <a:off x="6084175" y="2787750"/>
            <a:ext cx="2772600" cy="1920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 SemiBold"/>
              <a:buNone/>
              <a:defRPr sz="12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left box">
  <p:cSld name="BLANK_1_1_1_1_1_1_1_1_1_1_1_1_1_1_1_1_1_1_1_1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5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35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4" type="body"/>
          </p:nvPr>
        </p:nvSpPr>
        <p:spPr>
          <a:xfrm>
            <a:off x="284800" y="3713250"/>
            <a:ext cx="4227300" cy="9552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27" name="Google Shape;327;p35"/>
          <p:cNvSpPr txBox="1"/>
          <p:nvPr>
            <p:ph type="title"/>
          </p:nvPr>
        </p:nvSpPr>
        <p:spPr>
          <a:xfrm>
            <a:off x="284700" y="474750"/>
            <a:ext cx="42273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28" name="Google Shape;328;p35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 image w/ right box ">
  <p:cSld name="BLANK_1_1_1_1_1_1_1_1_1_1_1_1_1_1_1_1_1_1_1_1_2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/>
          <p:nvPr>
            <p:ph idx="2" type="pic"/>
          </p:nvPr>
        </p:nvSpPr>
        <p:spPr>
          <a:xfrm>
            <a:off x="-10475" y="0"/>
            <a:ext cx="91677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36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2" name="Google Shape;332;p36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3" name="Google Shape;333;p36"/>
          <p:cNvSpPr txBox="1"/>
          <p:nvPr>
            <p:ph idx="4" type="body"/>
          </p:nvPr>
        </p:nvSpPr>
        <p:spPr>
          <a:xfrm>
            <a:off x="5078626" y="3728550"/>
            <a:ext cx="3767400" cy="941700"/>
          </a:xfrm>
          <a:prstGeom prst="rect">
            <a:avLst/>
          </a:prstGeom>
        </p:spPr>
        <p:txBody>
          <a:bodyPr anchorCtr="0" anchor="b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34" name="Google Shape;334;p36"/>
          <p:cNvSpPr txBox="1"/>
          <p:nvPr>
            <p:ph type="title"/>
          </p:nvPr>
        </p:nvSpPr>
        <p:spPr>
          <a:xfrm>
            <a:off x="284700" y="474750"/>
            <a:ext cx="43449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35" name="Google Shape;335;p36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/images and blocks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37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39" name="Google Shape;339;p37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40" name="Google Shape;340;p37"/>
          <p:cNvSpPr txBox="1"/>
          <p:nvPr>
            <p:ph idx="3" type="body"/>
          </p:nvPr>
        </p:nvSpPr>
        <p:spPr>
          <a:xfrm>
            <a:off x="284700" y="1862325"/>
            <a:ext cx="4219200" cy="5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1" name="Google Shape;341;p37"/>
          <p:cNvSpPr/>
          <p:nvPr>
            <p:ph idx="4" type="pic"/>
          </p:nvPr>
        </p:nvSpPr>
        <p:spPr>
          <a:xfrm>
            <a:off x="4623425" y="672675"/>
            <a:ext cx="4247100" cy="1839300"/>
          </a:xfrm>
          <a:prstGeom prst="roundRect">
            <a:avLst>
              <a:gd fmla="val 14674" name="adj"/>
            </a:avLst>
          </a:prstGeom>
          <a:noFill/>
          <a:ln>
            <a:noFill/>
          </a:ln>
        </p:spPr>
      </p:sp>
      <p:sp>
        <p:nvSpPr>
          <p:cNvPr id="342" name="Google Shape;342;p37"/>
          <p:cNvSpPr/>
          <p:nvPr>
            <p:ph idx="5" type="pic"/>
          </p:nvPr>
        </p:nvSpPr>
        <p:spPr>
          <a:xfrm>
            <a:off x="4623425" y="2629425"/>
            <a:ext cx="4227600" cy="1074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343" name="Google Shape;343;p37"/>
          <p:cNvSpPr txBox="1"/>
          <p:nvPr>
            <p:ph idx="6" type="body"/>
          </p:nvPr>
        </p:nvSpPr>
        <p:spPr>
          <a:xfrm>
            <a:off x="4627625" y="4055988"/>
            <a:ext cx="4219200" cy="61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4" name="Google Shape;344;p37"/>
          <p:cNvSpPr txBox="1"/>
          <p:nvPr>
            <p:ph idx="7" type="body"/>
          </p:nvPr>
        </p:nvSpPr>
        <p:spPr>
          <a:xfrm>
            <a:off x="2450475" y="3154450"/>
            <a:ext cx="2055000" cy="546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5" name="Google Shape;345;p37"/>
          <p:cNvSpPr txBox="1"/>
          <p:nvPr>
            <p:ph idx="8" type="body"/>
          </p:nvPr>
        </p:nvSpPr>
        <p:spPr>
          <a:xfrm>
            <a:off x="284700" y="3154450"/>
            <a:ext cx="2051400" cy="549000"/>
          </a:xfrm>
          <a:prstGeom prst="rect">
            <a:avLst/>
          </a:prstGeom>
        </p:spPr>
        <p:txBody>
          <a:bodyPr anchorCtr="0" anchor="t" bIns="182875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/>
            </a:lvl9pPr>
          </a:lstStyle>
          <a:p/>
        </p:txBody>
      </p:sp>
      <p:sp>
        <p:nvSpPr>
          <p:cNvPr id="346" name="Google Shape;346;p37"/>
          <p:cNvSpPr txBox="1"/>
          <p:nvPr>
            <p:ph type="title"/>
          </p:nvPr>
        </p:nvSpPr>
        <p:spPr>
          <a:xfrm>
            <a:off x="284700" y="672675"/>
            <a:ext cx="4219200" cy="7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47" name="Google Shape;347;p37"/>
          <p:cNvSpPr txBox="1"/>
          <p:nvPr>
            <p:ph idx="9" type="subTitle"/>
          </p:nvPr>
        </p:nvSpPr>
        <p:spPr>
          <a:xfrm>
            <a:off x="284700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48" name="Google Shape;348;p37"/>
          <p:cNvSpPr txBox="1"/>
          <p:nvPr>
            <p:ph idx="13" type="subTitle"/>
          </p:nvPr>
        </p:nvSpPr>
        <p:spPr>
          <a:xfrm>
            <a:off x="2454069" y="2630400"/>
            <a:ext cx="2051400" cy="4989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 SemiBold"/>
              <a:buNone/>
              <a:defRPr sz="18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8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51" name="Google Shape;351;p38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38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3" name="Google Shape;353;p38"/>
          <p:cNvSpPr/>
          <p:nvPr>
            <p:ph idx="3" type="pic"/>
          </p:nvPr>
        </p:nvSpPr>
        <p:spPr>
          <a:xfrm>
            <a:off x="6806700" y="1335775"/>
            <a:ext cx="1821600" cy="2563500"/>
          </a:xfrm>
          <a:prstGeom prst="roundRect">
            <a:avLst>
              <a:gd fmla="val 13098" name="adj"/>
            </a:avLst>
          </a:prstGeom>
          <a:noFill/>
          <a:ln>
            <a:noFill/>
          </a:ln>
        </p:spPr>
      </p:sp>
      <p:sp>
        <p:nvSpPr>
          <p:cNvPr id="354" name="Google Shape;354;p38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55" name="Google Shape;355;p38"/>
          <p:cNvSpPr txBox="1"/>
          <p:nvPr>
            <p:ph idx="4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6" name="Google Shape;356;p38"/>
          <p:cNvSpPr txBox="1"/>
          <p:nvPr>
            <p:ph idx="5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57" name="Google Shape;357;p38"/>
          <p:cNvSpPr txBox="1"/>
          <p:nvPr>
            <p:ph idx="6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8" name="Google Shape;358;p38"/>
          <p:cNvSpPr txBox="1"/>
          <p:nvPr>
            <p:ph idx="7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9" name="Google Shape;359;p38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details 2">
  <p:cSld name="CUSTOM_8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"/>
          <p:cNvSpPr/>
          <p:nvPr/>
        </p:nvSpPr>
        <p:spPr>
          <a:xfrm>
            <a:off x="288400" y="474900"/>
            <a:ext cx="8568300" cy="4193700"/>
          </a:xfrm>
          <a:prstGeom prst="roundRect">
            <a:avLst>
              <a:gd fmla="val 552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62" name="Google Shape;362;p39"/>
          <p:cNvSpPr txBox="1"/>
          <p:nvPr>
            <p:ph idx="1" type="body"/>
          </p:nvPr>
        </p:nvSpPr>
        <p:spPr>
          <a:xfrm>
            <a:off x="617750" y="775450"/>
            <a:ext cx="7281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3" name="Google Shape;363;p39"/>
          <p:cNvSpPr txBox="1"/>
          <p:nvPr>
            <p:ph idx="2" type="body"/>
          </p:nvPr>
        </p:nvSpPr>
        <p:spPr>
          <a:xfrm>
            <a:off x="617750" y="2630400"/>
            <a:ext cx="3889500" cy="1809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4" name="Google Shape;364;p39"/>
          <p:cNvSpPr txBox="1"/>
          <p:nvPr>
            <p:ph type="title"/>
          </p:nvPr>
        </p:nvSpPr>
        <p:spPr>
          <a:xfrm>
            <a:off x="622700" y="1323975"/>
            <a:ext cx="3889500" cy="96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65" name="Google Shape;365;p39"/>
          <p:cNvSpPr txBox="1"/>
          <p:nvPr>
            <p:ph idx="3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6" name="Google Shape;366;p39"/>
          <p:cNvSpPr txBox="1"/>
          <p:nvPr>
            <p:ph idx="4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67" name="Google Shape;367;p39"/>
          <p:cNvSpPr txBox="1"/>
          <p:nvPr>
            <p:ph idx="5" type="body"/>
          </p:nvPr>
        </p:nvSpPr>
        <p:spPr>
          <a:xfrm>
            <a:off x="4629475" y="2513100"/>
            <a:ext cx="2055000" cy="192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indent="-2286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indent="-2286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indent="-2286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39"/>
          <p:cNvSpPr txBox="1"/>
          <p:nvPr>
            <p:ph idx="6" type="subTitle"/>
          </p:nvPr>
        </p:nvSpPr>
        <p:spPr>
          <a:xfrm>
            <a:off x="4783900" y="1539225"/>
            <a:ext cx="1821600" cy="5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9" name="Google Shape;369;p39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xes and image">
  <p:cSld name="CUSTOM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/>
          <p:nvPr/>
        </p:nvSpPr>
        <p:spPr>
          <a:xfrm>
            <a:off x="6084175" y="474900"/>
            <a:ext cx="2771400" cy="4193700"/>
          </a:xfrm>
          <a:prstGeom prst="roundRect">
            <a:avLst>
              <a:gd fmla="val 733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2" name="Google Shape;372;p40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3" name="Google Shape;373;p40"/>
          <p:cNvSpPr/>
          <p:nvPr/>
        </p:nvSpPr>
        <p:spPr>
          <a:xfrm>
            <a:off x="288400" y="474900"/>
            <a:ext cx="5670000" cy="4193700"/>
          </a:xfrm>
          <a:prstGeom prst="roundRect">
            <a:avLst>
              <a:gd fmla="val 407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374" name="Google Shape;374;p40"/>
          <p:cNvSpPr/>
          <p:nvPr/>
        </p:nvSpPr>
        <p:spPr>
          <a:xfrm>
            <a:off x="567700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5" name="Google Shape;375;p40"/>
          <p:cNvSpPr/>
          <p:nvPr/>
        </p:nvSpPr>
        <p:spPr>
          <a:xfrm>
            <a:off x="1679742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6" name="Google Shape;376;p40"/>
          <p:cNvSpPr/>
          <p:nvPr/>
        </p:nvSpPr>
        <p:spPr>
          <a:xfrm>
            <a:off x="2791783" y="4089150"/>
            <a:ext cx="1112100" cy="3507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Instrument Sans Medium"/>
              <a:ea typeface="Instrument Sans Medium"/>
              <a:cs typeface="Instrument Sans Medium"/>
              <a:sym typeface="Instrument Sans Medium"/>
            </a:endParaRPr>
          </a:p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586125" y="745875"/>
            <a:ext cx="4471200" cy="9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78" name="Google Shape;378;p40"/>
          <p:cNvSpPr txBox="1"/>
          <p:nvPr>
            <p:ph idx="1" type="body"/>
          </p:nvPr>
        </p:nvSpPr>
        <p:spPr>
          <a:xfrm>
            <a:off x="6379950" y="3477525"/>
            <a:ext cx="2121300" cy="965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79" name="Google Shape;379;p40"/>
          <p:cNvSpPr txBox="1"/>
          <p:nvPr>
            <p:ph idx="2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0" name="Google Shape;380;p40"/>
          <p:cNvSpPr txBox="1"/>
          <p:nvPr>
            <p:ph idx="3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1" name="Google Shape;381;p40"/>
          <p:cNvSpPr/>
          <p:nvPr>
            <p:ph idx="4" type="pic"/>
          </p:nvPr>
        </p:nvSpPr>
        <p:spPr>
          <a:xfrm>
            <a:off x="6084175" y="474750"/>
            <a:ext cx="2771400" cy="1458300"/>
          </a:xfrm>
          <a:prstGeom prst="roundRect">
            <a:avLst>
              <a:gd fmla="val 1104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 4 elements 1">
  <p:cSld name="CUSTOM_10_3">
    <p:bg>
      <p:bgPr>
        <a:solidFill>
          <a:schemeClr val="dk2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41"/>
          <p:cNvPicPr preferRelativeResize="0"/>
          <p:nvPr/>
        </p:nvPicPr>
        <p:blipFill rotWithShape="1">
          <a:blip r:embed="rId2">
            <a:alphaModFix/>
          </a:blip>
          <a:srcRect b="31415" l="0" r="33444" t="12335"/>
          <a:stretch/>
        </p:blipFill>
        <p:spPr>
          <a:xfrm>
            <a:off x="3058325" y="0"/>
            <a:ext cx="608567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1"/>
          <p:cNvSpPr txBox="1"/>
          <p:nvPr>
            <p:ph idx="1" type="subTitle"/>
          </p:nvPr>
        </p:nvSpPr>
        <p:spPr>
          <a:xfrm>
            <a:off x="284700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Instrument Sans"/>
              <a:buNone/>
              <a:defRPr sz="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5" name="Google Shape;385;p41"/>
          <p:cNvSpPr txBox="1"/>
          <p:nvPr>
            <p:ph idx="2" type="subTitle"/>
          </p:nvPr>
        </p:nvSpPr>
        <p:spPr>
          <a:xfrm>
            <a:off x="6890875" y="284400"/>
            <a:ext cx="1965900" cy="19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Instrument Sans Medium"/>
              <a:buNone/>
              <a:defRPr sz="1000">
                <a:solidFill>
                  <a:schemeClr val="accent5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6" name="Google Shape;386;p41"/>
          <p:cNvSpPr txBox="1"/>
          <p:nvPr>
            <p:ph type="title"/>
          </p:nvPr>
        </p:nvSpPr>
        <p:spPr>
          <a:xfrm>
            <a:off x="288400" y="476400"/>
            <a:ext cx="2769000" cy="4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9pPr>
          </a:lstStyle>
          <a:p/>
        </p:txBody>
      </p:sp>
      <p:sp>
        <p:nvSpPr>
          <p:cNvPr id="387" name="Google Shape;387;p41"/>
          <p:cNvSpPr txBox="1"/>
          <p:nvPr>
            <p:ph idx="3" type="subTitle"/>
          </p:nvPr>
        </p:nvSpPr>
        <p:spPr>
          <a:xfrm>
            <a:off x="284701" y="171622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8" name="Google Shape;388;p41"/>
          <p:cNvSpPr txBox="1"/>
          <p:nvPr>
            <p:ph idx="4" type="subTitle"/>
          </p:nvPr>
        </p:nvSpPr>
        <p:spPr>
          <a:xfrm>
            <a:off x="1148000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89" name="Google Shape;389;p41"/>
          <p:cNvSpPr txBox="1"/>
          <p:nvPr>
            <p:ph idx="5" type="subTitle"/>
          </p:nvPr>
        </p:nvSpPr>
        <p:spPr>
          <a:xfrm>
            <a:off x="5842012" y="171382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0" name="Google Shape;390;p41"/>
          <p:cNvSpPr txBox="1"/>
          <p:nvPr>
            <p:ph idx="6" type="subTitle"/>
          </p:nvPr>
        </p:nvSpPr>
        <p:spPr>
          <a:xfrm>
            <a:off x="284701" y="2506919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1" name="Google Shape;391;p41"/>
          <p:cNvSpPr txBox="1"/>
          <p:nvPr>
            <p:ph idx="7" type="subTitle"/>
          </p:nvPr>
        </p:nvSpPr>
        <p:spPr>
          <a:xfrm>
            <a:off x="1148000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2" name="Google Shape;392;p41"/>
          <p:cNvSpPr txBox="1"/>
          <p:nvPr>
            <p:ph idx="8" type="subTitle"/>
          </p:nvPr>
        </p:nvSpPr>
        <p:spPr>
          <a:xfrm>
            <a:off x="5842012" y="2504519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3" name="Google Shape;393;p41"/>
          <p:cNvSpPr txBox="1"/>
          <p:nvPr>
            <p:ph idx="9" type="subTitle"/>
          </p:nvPr>
        </p:nvSpPr>
        <p:spPr>
          <a:xfrm>
            <a:off x="284701" y="3255713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13" type="subTitle"/>
          </p:nvPr>
        </p:nvSpPr>
        <p:spPr>
          <a:xfrm>
            <a:off x="1148000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5" name="Google Shape;395;p41"/>
          <p:cNvSpPr txBox="1"/>
          <p:nvPr>
            <p:ph idx="14" type="subTitle"/>
          </p:nvPr>
        </p:nvSpPr>
        <p:spPr>
          <a:xfrm>
            <a:off x="5842012" y="3253313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6" name="Google Shape;396;p41"/>
          <p:cNvSpPr txBox="1"/>
          <p:nvPr>
            <p:ph idx="15" type="subTitle"/>
          </p:nvPr>
        </p:nvSpPr>
        <p:spPr>
          <a:xfrm>
            <a:off x="284701" y="4029675"/>
            <a:ext cx="854700" cy="6462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strument Sans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41"/>
          <p:cNvSpPr txBox="1"/>
          <p:nvPr>
            <p:ph idx="16" type="subTitle"/>
          </p:nvPr>
        </p:nvSpPr>
        <p:spPr>
          <a:xfrm>
            <a:off x="1148000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8" name="Google Shape;398;p41"/>
          <p:cNvSpPr txBox="1"/>
          <p:nvPr>
            <p:ph idx="17" type="subTitle"/>
          </p:nvPr>
        </p:nvSpPr>
        <p:spPr>
          <a:xfrm>
            <a:off x="5842012" y="4027275"/>
            <a:ext cx="24486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/>
        </p:txBody>
      </p:sp>
      <p:sp>
        <p:nvSpPr>
          <p:cNvPr id="399" name="Google Shape;399;p41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algn="r">
              <a:buNone/>
              <a:defRPr sz="700">
                <a:solidFill>
                  <a:schemeClr val="accent6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402" name="Google Shape;402;p4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416" name="Google Shape;416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21" name="Google Shape;421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2" name="Google Shape;422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27" name="Google Shape;427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9" name="Google Shape;439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0" name="Google Shape;440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3" name="Google Shape;443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4" name="Google Shape;444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5" name="Google Shape;445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6" name="Google Shape;446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49" name="Google Shape;449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0" name="Google Shape;450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51" name="Google Shape;451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2" name="Google Shape;452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4" name="Google Shape;454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7" name="Google Shape;457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8" name="Google Shape;458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59" name="Google Shape;459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0" name="Google Shape;460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61" name="Google Shape;461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3" name="Google Shape;463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4" name="Google Shape;464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7" name="Google Shape;467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0" name="Google Shape;470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3" name="Google Shape;47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4" name="Google Shape;474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75" name="Google Shape;475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8" name="Google Shape;478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0" name="Google Shape;480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1" name="Google Shape;481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82" name="Google Shape;482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3" name="Google Shape;48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4" name="Google Shape;484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5" name="Google Shape;485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86" name="Google Shape;486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4" name="Google Shape;494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7" name="Google Shape;497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256925"/>
            <a:ext cx="8628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028050" y="1866850"/>
            <a:ext cx="3640800" cy="24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●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○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strument Sans"/>
              <a:buChar char="■"/>
              <a:defRPr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74">
          <p15:clr>
            <a:srgbClr val="E46962"/>
          </p15:clr>
        </p15:guide>
        <p15:guide id="2" pos="1548">
          <p15:clr>
            <a:srgbClr val="E46962"/>
          </p15:clr>
        </p15:guide>
        <p15:guide id="3" pos="2842">
          <p15:clr>
            <a:srgbClr val="E46962"/>
          </p15:clr>
        </p15:guide>
        <p15:guide id="4" pos="2916">
          <p15:clr>
            <a:srgbClr val="E46962"/>
          </p15:clr>
        </p15:guide>
        <p15:guide id="5" pos="4211">
          <p15:clr>
            <a:srgbClr val="E46962"/>
          </p15:clr>
        </p15:guide>
        <p15:guide id="6" pos="4285">
          <p15:clr>
            <a:srgbClr val="E46962"/>
          </p15:clr>
        </p15:guide>
        <p15:guide id="7" pos="1926">
          <p15:clr>
            <a:srgbClr val="E46962"/>
          </p15:clr>
        </p15:guide>
        <p15:guide id="8" pos="2007">
          <p15:clr>
            <a:srgbClr val="E46962"/>
          </p15:clr>
        </p15:guide>
        <p15:guide id="9" pos="3753">
          <p15:clr>
            <a:srgbClr val="E46962"/>
          </p15:clr>
        </p15:guide>
        <p15:guide id="10" pos="3833">
          <p15:clr>
            <a:srgbClr val="E46962"/>
          </p15:clr>
        </p15:guide>
        <p15:guide id="11" orient="horz" pos="299">
          <p15:clr>
            <a:srgbClr val="E46962"/>
          </p15:clr>
        </p15:guide>
        <p15:guide id="12" orient="horz" pos="907">
          <p15:clr>
            <a:srgbClr val="E46962"/>
          </p15:clr>
        </p15:guide>
        <p15:guide id="13" orient="horz" pos="981">
          <p15:clr>
            <a:srgbClr val="E46962"/>
          </p15:clr>
        </p15:guide>
        <p15:guide id="14" orient="horz" pos="1583">
          <p15:clr>
            <a:srgbClr val="E46962"/>
          </p15:clr>
        </p15:guide>
        <p15:guide id="15" orient="horz" pos="1657">
          <p15:clr>
            <a:srgbClr val="E46962"/>
          </p15:clr>
        </p15:guide>
        <p15:guide id="16" orient="horz" pos="2259">
          <p15:clr>
            <a:srgbClr val="E46962"/>
          </p15:clr>
        </p15:guide>
        <p15:guide id="17" orient="horz" pos="2333">
          <p15:clr>
            <a:srgbClr val="E46962"/>
          </p15:clr>
        </p15:guide>
        <p15:guide id="18" orient="horz" pos="2941">
          <p15:clr>
            <a:srgbClr val="E46962"/>
          </p15:clr>
        </p15:guide>
        <p15:guide id="19" pos="179">
          <p15:clr>
            <a:srgbClr val="E46962"/>
          </p15:clr>
        </p15:guide>
        <p15:guide id="20" orient="horz" pos="180">
          <p15:clr>
            <a:srgbClr val="E46962"/>
          </p15:clr>
        </p15:guide>
        <p15:guide id="21" orient="horz" pos="3061">
          <p15:clr>
            <a:srgbClr val="E46962"/>
          </p15:clr>
        </p15:guide>
        <p15:guide id="22" pos="557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3"/>
          <p:cNvSpPr txBox="1"/>
          <p:nvPr/>
        </p:nvSpPr>
        <p:spPr>
          <a:xfrm>
            <a:off x="1360275" y="2191275"/>
            <a:ext cx="678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コンテキスト・エンジニアリング（Context Engineering）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4"/>
          <p:cNvSpPr txBox="1"/>
          <p:nvPr/>
        </p:nvSpPr>
        <p:spPr>
          <a:xfrm>
            <a:off x="621225" y="503400"/>
            <a:ext cx="6789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I. Prompt Engineering と Context Engineering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II. Context Engineeringの進化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III. 実装戦略とエントロピー削減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IV. システム設計の三本柱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V. 未来ビジョン：Semantic OS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5"/>
          <p:cNvSpPr txBox="1"/>
          <p:nvPr/>
        </p:nvSpPr>
        <p:spPr>
          <a:xfrm>
            <a:off x="381550" y="1342300"/>
            <a:ext cx="5752800" cy="3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Prompt Engineering（どう質問するか）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エンドユーザー向けの手法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目的：できるだけ明確に要求を伝えること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Context Engineering（何を与えるか）</a:t>
            </a:r>
            <a:endParaRPr b="1"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開発者向けの設計思想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任務：</a:t>
            </a:r>
            <a:br>
              <a:rPr b="1"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モデルに入力する前に、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RAG、対話履歴</a:t>
            </a:r>
            <a:r>
              <a:rPr lang="en" sz="1100">
                <a:solidFill>
                  <a:schemeClr val="dk1"/>
                </a:solidFill>
              </a:rPr>
              <a:t>、</a:t>
            </a:r>
            <a:r>
              <a:rPr lang="en" sz="1100">
                <a:solidFill>
                  <a:schemeClr val="dk1"/>
                </a:solidFill>
              </a:rPr>
              <a:t>例などの背景情報を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動的に組み立てるシステムを構築すること。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15" name="Google Shape;51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5850" y="1168257"/>
            <a:ext cx="4065823" cy="3368999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65"/>
          <p:cNvSpPr txBox="1"/>
          <p:nvPr/>
        </p:nvSpPr>
        <p:spPr>
          <a:xfrm>
            <a:off x="341550" y="203750"/>
            <a:ext cx="5752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I. Prompt Engineering と Context Engineering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0275" y="1171863"/>
            <a:ext cx="5572751" cy="3179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66"/>
          <p:cNvSpPr txBox="1"/>
          <p:nvPr/>
        </p:nvSpPr>
        <p:spPr>
          <a:xfrm>
            <a:off x="591250" y="593250"/>
            <a:ext cx="8209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</a:rPr>
              <a:t>論文「Context Engineering 2.0: The Context of Context Engineering」では、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 20年以上にわたる発展が4つの時代に分けられると述べられている。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3" name="Google Shape;523;p66"/>
          <p:cNvSpPr txBox="1"/>
          <p:nvPr/>
        </p:nvSpPr>
        <p:spPr>
          <a:xfrm>
            <a:off x="331300" y="4420475"/>
            <a:ext cx="79707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人間の高エントロピー（曖昧・非構造）な意図をLLMが処理できる低エントロピー（構造化）表現へ変換する。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4" name="Google Shape;524;p66"/>
          <p:cNvSpPr txBox="1"/>
          <p:nvPr/>
        </p:nvSpPr>
        <p:spPr>
          <a:xfrm>
            <a:off x="591250" y="243700"/>
            <a:ext cx="575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II. Context Engineeringの進化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7"/>
          <p:cNvSpPr txBox="1"/>
          <p:nvPr>
            <p:ph idx="12" type="sldNum"/>
          </p:nvPr>
        </p:nvSpPr>
        <p:spPr>
          <a:xfrm>
            <a:off x="8556779" y="4668600"/>
            <a:ext cx="300000" cy="196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0" name="Google Shape;53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788" y="1719850"/>
            <a:ext cx="785812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67"/>
          <p:cNvSpPr txBox="1"/>
          <p:nvPr/>
        </p:nvSpPr>
        <p:spPr>
          <a:xfrm>
            <a:off x="571300" y="872875"/>
            <a:ext cx="641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Langflowの公式サイトにあるコンテキストに関する技術ブログでは、ある一つの戦略が紹介されています。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532" name="Google Shape;532;p67"/>
          <p:cNvSpPr txBox="1"/>
          <p:nvPr/>
        </p:nvSpPr>
        <p:spPr>
          <a:xfrm>
            <a:off x="511350" y="228450"/>
            <a:ext cx="575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III. 実装戦略とエントロピー削減</a:t>
            </a:r>
            <a:endParaRPr sz="10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68"/>
          <p:cNvSpPr txBox="1"/>
          <p:nvPr/>
        </p:nvSpPr>
        <p:spPr>
          <a:xfrm>
            <a:off x="59925" y="233700"/>
            <a:ext cx="8701200" cy="44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1. 収集と保存（Collection &amp; Storage）</a:t>
            </a:r>
            <a:endParaRPr b="1"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データの出どころを決める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	保存形式を決める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	コンテキストのライフサイクルを設計する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管理（Management）</a:t>
            </a:r>
            <a:endParaRPr b="1"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画像・音声・テキストなど多様な形式を扱う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メモリを分けて管理する（作業用・長期・セグメント）</a:t>
            </a:r>
            <a:endParaRPr sz="11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エージェント間でコンテキストを分離し、安全性を確保する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3. 使用（Usage）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コンテキストを共有する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能動的に推論する（proactive inference）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エージェントのライフサイクル全体でコンテキストを維持する</a:t>
            </a:r>
            <a:br>
              <a:rPr lang="en" sz="1100">
                <a:solidFill>
                  <a:schemeClr val="dk1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  <p:sp>
        <p:nvSpPr>
          <p:cNvPr id="538" name="Google Shape;538;p68"/>
          <p:cNvSpPr txBox="1"/>
          <p:nvPr/>
        </p:nvSpPr>
        <p:spPr>
          <a:xfrm>
            <a:off x="531350" y="133850"/>
            <a:ext cx="5752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IV. システム設計の3つの柱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9"/>
          <p:cNvSpPr txBox="1"/>
          <p:nvPr/>
        </p:nvSpPr>
        <p:spPr>
          <a:xfrm>
            <a:off x="501350" y="403200"/>
            <a:ext cx="6641700" cy="47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V. 未来のビジョン</a:t>
            </a:r>
            <a:r>
              <a:rPr b="1" lang="en" sz="1300">
                <a:solidFill>
                  <a:schemeClr val="dk1"/>
                </a:solidFill>
              </a:rPr>
              <a:t>セマンティックOS（Semantic OS）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コンテキストを、OSにおけるRAM管理のような「第一級の資源」として扱う。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主な方向性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大規模意味保存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ナレッジグラフ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非可逆ない圧縮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説明可能な推論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意思決定の追跡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人間による制御と修正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生涯（しょうがい）コンテキスト</a:t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長年にわたりユーザーと共に進化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プライバシー保護を確保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stel gradients">
  <a:themeElements>
    <a:clrScheme name="Simple Light">
      <a:dk1>
        <a:srgbClr val="F4F4F4"/>
      </a:dk1>
      <a:lt1>
        <a:srgbClr val="202124"/>
      </a:lt1>
      <a:dk2>
        <a:srgbClr val="E8F0FE"/>
      </a:dk2>
      <a:lt2>
        <a:srgbClr val="FEFEFE"/>
      </a:lt2>
      <a:accent1>
        <a:srgbClr val="FFFFBE"/>
      </a:accent1>
      <a:accent2>
        <a:srgbClr val="AECBFA"/>
      </a:accent2>
      <a:accent3>
        <a:srgbClr val="FFC9C9"/>
      </a:accent3>
      <a:accent4>
        <a:srgbClr val="F9F93D"/>
      </a:accent4>
      <a:accent5>
        <a:srgbClr val="747474"/>
      </a:accent5>
      <a:accent6>
        <a:srgbClr val="5A5A5A"/>
      </a:accent6>
      <a:hlink>
        <a:srgbClr val="FFC9C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